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3108960"/>
            <a:ext cx="2743200" cy="274320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40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MOOVIT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8686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Horário confiável.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interrupções.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416052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proposta de melhoria de experiência para o app de transporte público, construída a partir da jornada real de quem depende do ônibus todos os dias.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5257800"/>
            <a:ext cx="1828800" cy="0"/>
          </a:xfrm>
          <a:prstGeom prst="line">
            <a:avLst/>
          </a:prstGeom>
          <a:noFill/>
          <a:ln w="38100">
            <a:solidFill>
              <a:srgbClr val="F2A5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5321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Filipe Thiago Ribeiro Silva  ·  RA 22602209
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Luiz Fernando Cardos Timo  ·  RA 22610307
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Fellipe Cauã do Carmo  ·  RA 22550880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0" y="1371600"/>
            <a:ext cx="12188952" cy="18288"/>
          </a:xfrm>
          <a:prstGeom prst="rect">
            <a:avLst/>
          </a:prstGeom>
          <a:solidFill>
            <a:srgbClr val="CFE8F2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737360"/>
            <a:ext cx="5852160" cy="4297680"/>
          </a:xfrm>
          <a:prstGeom prst="roundRect">
            <a:avLst>
              <a:gd name="adj" fmla="val 2553"/>
            </a:avLst>
          </a:prstGeom>
          <a:solidFill>
            <a:srgbClr val="F7FAFC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05740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1278" y="2132838"/>
            <a:ext cx="534924" cy="5349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05740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horário exibido no app não é o horário real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005840" y="292608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horários de chegada e saída dos ônibus mostrados no aplicativo frequentemente não correspondem ao que acontece na rua.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005840" y="4069080"/>
            <a:ext cx="5120640" cy="0"/>
          </a:xfrm>
          <a:prstGeom prst="line">
            <a:avLst/>
          </a:prstGeom>
          <a:noFill/>
          <a:ln w="12700">
            <a:solidFill>
              <a:srgbClr val="CFE8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429768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slas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" y="4373118"/>
            <a:ext cx="534924" cy="5349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20240" y="429768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Anúncios atrapalham o momento certo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1005840" y="516636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grande quantidade de anúncios interfere no uso do app justamente quando a informação precisa ser rápida.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858000" y="1737360"/>
            <a:ext cx="4709160" cy="4297680"/>
          </a:xfrm>
          <a:prstGeom prst="roundRect">
            <a:avLst>
              <a:gd name="adj" fmla="val 2553"/>
            </a:avLst>
          </a:prstGeom>
          <a:solidFill>
            <a:srgbClr val="21295C"/>
          </a:solidFill>
          <a:ln/>
        </p:spPr>
      </p:sp>
      <p:sp>
        <p:nvSpPr>
          <p:cNvPr id="15" name="Text 11"/>
          <p:cNvSpPr/>
          <p:nvPr/>
        </p:nvSpPr>
        <p:spPr>
          <a:xfrm>
            <a:off x="7223760" y="20574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resultado?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7223760" y="2468880"/>
            <a:ext cx="4023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Perder o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ônibus.</a:t>
            </a:r>
            <a:endParaRPr lang="en-US" sz="4000" dirty="0"/>
          </a:p>
        </p:txBody>
      </p:sp>
      <p:sp>
        <p:nvSpPr>
          <p:cNvPr id="17" name="Text 13"/>
          <p:cNvSpPr/>
          <p:nvPr/>
        </p:nvSpPr>
        <p:spPr>
          <a:xfrm>
            <a:off x="7223760" y="4160520"/>
            <a:ext cx="4023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usuário confia no app, chega ao ponto e descobre que o transporte já passou — ou perde tempo navegando entre anúncios para checar o status.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4 — Ideação  ·  Proposta de melhorias para o Moovit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FE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sente essa dor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120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" y="187452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307" y="1954987"/>
            <a:ext cx="570586" cy="5705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274320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Estudantes e trabalhadores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05840" y="329184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dependem do transporte público para chegar a compromissos com horário fixo — aula, trabalho, entrevistas.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005840" y="4434840"/>
            <a:ext cx="4389120" cy="0"/>
          </a:xfrm>
          <a:prstGeom prst="line">
            <a:avLst/>
          </a:prstGeom>
          <a:noFill/>
          <a:ln w="19050">
            <a:solidFill>
              <a:srgbClr val="CFE8F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05840" y="46177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 DOR ACONTECE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005840" y="493776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pesquisa de disponibilidade do transporte, antes de compromissos com horário marcado.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080760" y="1554480"/>
            <a:ext cx="5486400" cy="4572000"/>
          </a:xfrm>
          <a:prstGeom prst="roundRect">
            <a:avLst>
              <a:gd name="adj" fmla="val 2400"/>
            </a:avLst>
          </a:prstGeom>
          <a:solidFill>
            <a:srgbClr val="065A82"/>
          </a:solidFill>
          <a:ln/>
        </p:spPr>
      </p:sp>
      <p:sp>
        <p:nvSpPr>
          <p:cNvPr id="12" name="Shape 9"/>
          <p:cNvSpPr/>
          <p:nvPr/>
        </p:nvSpPr>
        <p:spPr>
          <a:xfrm>
            <a:off x="6446520" y="187452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6987" y="1954987"/>
            <a:ext cx="570586" cy="57058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446520" y="27432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necessidade principal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446520" y="310896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Confiar na informação de horário.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6446520" y="411480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C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essa confiança, o usuário perde tempo esperando no ponto errado — ou perde o transporte esperando confirmação dentro do app.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446520" y="5486400"/>
            <a:ext cx="4754880" cy="0"/>
          </a:xfrm>
          <a:prstGeom prst="line">
            <a:avLst/>
          </a:prstGeom>
          <a:noFill/>
          <a:ln w="12700">
            <a:solidFill>
              <a:srgbClr val="3E7C9C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446520" y="566928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9FD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“Como poderíamos ajudar estudantes e trabalhadores a confiar no horário real, sem interferência de anúncios?”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4 — Ideação  ·  Proposta de melhorias para o Moovit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caminhos possíveis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Ideias geradas a partir da mesma dor: falta de confiança no horário e interferência de anúncios.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4160520"/>
          </a:xfrm>
          <a:prstGeom prst="roundRect">
            <a:avLst>
              <a:gd name="adj" fmla="val 3117"/>
            </a:avLst>
          </a:prstGeom>
          <a:solidFill>
            <a:srgbClr val="F7FAFC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14884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mapp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616" y="2234336"/>
            <a:ext cx="606247" cy="6062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10896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Rastreio em</a:t>
            </a:r>
            <a:endParaRPr lang="en-US" sz="20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 real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60120" y="3977640"/>
            <a:ext cx="2880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ao vivo com GPS, gratuito, mostrando onde o transporte está agora.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60120" y="5074920"/>
            <a:ext cx="2880360" cy="0"/>
          </a:xfrm>
          <a:prstGeom prst="line">
            <a:avLst/>
          </a:prstGeom>
          <a:noFill/>
          <a:ln w="12700">
            <a:solidFill>
              <a:srgbClr val="CFE8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5193792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LIMITAÇÃO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60120" y="5468112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 boa conexão com a internet.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480560" y="1828800"/>
            <a:ext cx="3520440" cy="4160520"/>
          </a:xfrm>
          <a:prstGeom prst="roundRect">
            <a:avLst>
              <a:gd name="adj" fmla="val 3117"/>
            </a:avLst>
          </a:prstGeom>
          <a:solidFill>
            <a:srgbClr val="F7FAFC"/>
          </a:solidFill>
          <a:ln/>
        </p:spPr>
      </p:sp>
      <p:sp>
        <p:nvSpPr>
          <p:cNvPr id="13" name="Shape 10"/>
          <p:cNvSpPr/>
          <p:nvPr/>
        </p:nvSpPr>
        <p:spPr>
          <a:xfrm>
            <a:off x="4800600" y="214884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1" descr="mess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6096" y="2234336"/>
            <a:ext cx="606247" cy="60624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800600" y="310896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Reporte</a:t>
            </a:r>
            <a:endParaRPr lang="en-US" sz="20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colaborativo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4800600" y="3977640"/>
            <a:ext cx="2880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Usuários confirmam, em coletivo, se o transporte está no horário.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800600" y="5074920"/>
            <a:ext cx="2880360" cy="0"/>
          </a:xfrm>
          <a:prstGeom prst="line">
            <a:avLst/>
          </a:prstGeom>
          <a:noFill/>
          <a:ln w="12700">
            <a:solidFill>
              <a:srgbClr val="CFE8F2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800600" y="5193792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LIMITAÇÃO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4800600" y="5468112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de reportes incorretos.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8321040" y="1828800"/>
            <a:ext cx="3520440" cy="4160520"/>
          </a:xfrm>
          <a:prstGeom prst="roundRect">
            <a:avLst>
              <a:gd name="adj" fmla="val 3117"/>
            </a:avLst>
          </a:prstGeom>
          <a:solidFill>
            <a:srgbClr val="F7FAFC"/>
          </a:solidFill>
          <a:ln/>
        </p:spPr>
      </p:sp>
      <p:sp>
        <p:nvSpPr>
          <p:cNvPr id="21" name="Shape 17"/>
          <p:cNvSpPr/>
          <p:nvPr/>
        </p:nvSpPr>
        <p:spPr>
          <a:xfrm>
            <a:off x="8641080" y="2148840"/>
            <a:ext cx="777240" cy="77724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22" name="Image 2" descr="z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6576" y="2234336"/>
            <a:ext cx="606247" cy="606247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641080" y="310896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</a:t>
            </a:r>
            <a:endParaRPr lang="en-US" sz="20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rápida</a:t>
            </a:r>
            <a:endParaRPr lang="en-US" sz="2000" dirty="0"/>
          </a:p>
        </p:txBody>
      </p:sp>
      <p:sp>
        <p:nvSpPr>
          <p:cNvPr id="24" name="Text 19"/>
          <p:cNvSpPr/>
          <p:nvPr/>
        </p:nvSpPr>
        <p:spPr>
          <a:xfrm>
            <a:off x="8641080" y="3977640"/>
            <a:ext cx="2880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simplificado que prioriza a linha buscada, sem passar por anúncios.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8641080" y="5074920"/>
            <a:ext cx="2880360" cy="0"/>
          </a:xfrm>
          <a:prstGeom prst="line">
            <a:avLst/>
          </a:prstGeom>
          <a:noFill/>
          <a:ln w="12700">
            <a:solidFill>
              <a:srgbClr val="CFE8F2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641080" y="5193792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LIMITAÇÃO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8641080" y="5468112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 mudança no modelo de monetização.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4 — Ideação  ·  Proposta de melhorias para o Moovit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FE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Comparando as ideias</a:t>
            </a:r>
            <a:endParaRPr lang="en-US" sz="3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881360" cy="4663440"/>
        </p:xfrm>
        <a:graphic>
          <a:graphicData uri="http://schemas.openxmlformats.org/drawingml/2006/table">
            <a:tbl>
              <a:tblPr/>
              <a:tblGrid>
                <a:gridCol w="3108960"/>
                <a:gridCol w="2587752"/>
                <a:gridCol w="2587752"/>
                <a:gridCol w="2596896"/>
              </a:tblGrid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Rastreio em tempo real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 colaborativo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 rápida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Resolve a dor do horário?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Sim, via GPS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Sim, via comunidade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Parcial — acesso mais rápido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Reduz interferência de anúncios?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Complexidade de implementação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 (modelo de negócio)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 de terceiros / infra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Conexão de internet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Engajamento dos usuários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Monetização do app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4 — Ideação  ·  Proposta de melhorias para o Moovit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5486400" cy="54864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 ESCOLHIDA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7589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Reporte colaborativo + consulta limpa, sem anúncios no caminho.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288036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Usuários reportam o horário real do transporte, e essa informação é exibida de forma limpa e imediata — antes de qualquer anúncio.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069080"/>
            <a:ext cx="5074920" cy="1554480"/>
          </a:xfrm>
          <a:prstGeom prst="roundRect">
            <a:avLst>
              <a:gd name="adj" fmla="val 5882"/>
            </a:avLst>
          </a:prstGeom>
          <a:solidFill>
            <a:srgbClr val="1B2350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4361688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0" descr="mess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8380" y="4427068"/>
            <a:ext cx="463601" cy="46360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20240" y="4343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Reporte da comunidade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920240" y="472744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A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Ideia 2 traz a confirmação coletiva do horário real.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080760" y="4069080"/>
            <a:ext cx="5074920" cy="1554480"/>
          </a:xfrm>
          <a:prstGeom prst="roundRect">
            <a:avLst>
              <a:gd name="adj" fmla="val 5882"/>
            </a:avLst>
          </a:prstGeom>
          <a:solidFill>
            <a:srgbClr val="1B2350"/>
          </a:solidFill>
          <a:ln/>
        </p:spPr>
      </p:sp>
      <p:sp>
        <p:nvSpPr>
          <p:cNvPr id="12" name="Shape 9"/>
          <p:cNvSpPr/>
          <p:nvPr/>
        </p:nvSpPr>
        <p:spPr>
          <a:xfrm>
            <a:off x="6400800" y="4361688"/>
            <a:ext cx="594360" cy="59436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13" name="Image 1" descr="z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6180" y="4427068"/>
            <a:ext cx="463601" cy="46360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78040" y="4343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 sem anúncios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7178040" y="472744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A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Ideia 3 garante acesso rápido, na frente da publicidade.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 essa combinação? Ela une confiabilidade (comunidade) com velocidade de acesso (sem anúncios) — atacando as duas causas da dor ao mesmo tempo.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4 — Ideação  ·  Proposta de melhorias para o Moovit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funciona, na prática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2606040" cy="4206240"/>
          </a:xfrm>
          <a:prstGeom prst="roundRect">
            <a:avLst>
              <a:gd name="adj" fmla="val 4211"/>
            </a:avLst>
          </a:prstGeom>
          <a:solidFill>
            <a:srgbClr val="F7FAFC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20116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BD6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68680" y="269748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118" y="2772918"/>
            <a:ext cx="534924" cy="5349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56616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Usuário chega ao ponto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68680" y="438912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abre o Moovit para checar o horário da linha.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474720" y="1783080"/>
            <a:ext cx="2606040" cy="4206240"/>
          </a:xfrm>
          <a:prstGeom prst="roundRect">
            <a:avLst>
              <a:gd name="adj" fmla="val 4211"/>
            </a:avLst>
          </a:prstGeom>
          <a:solidFill>
            <a:srgbClr val="EAF3F8"/>
          </a:solidFill>
          <a:ln/>
        </p:spPr>
      </p:sp>
      <p:sp>
        <p:nvSpPr>
          <p:cNvPr id="10" name="Text 7"/>
          <p:cNvSpPr/>
          <p:nvPr/>
        </p:nvSpPr>
        <p:spPr>
          <a:xfrm>
            <a:off x="3703320" y="20116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BD6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3703320" y="269748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mess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772918"/>
            <a:ext cx="534924" cy="5349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03320" y="356616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Reporta ou confirma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3703320" y="438912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um toque, se o transporte está no horário previsto.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309360" y="1783080"/>
            <a:ext cx="2606040" cy="4206240"/>
          </a:xfrm>
          <a:prstGeom prst="roundRect">
            <a:avLst>
              <a:gd name="adj" fmla="val 4211"/>
            </a:avLst>
          </a:prstGeom>
          <a:solidFill>
            <a:srgbClr val="F7FAFC"/>
          </a:solidFill>
          <a:ln/>
        </p:spPr>
      </p:sp>
      <p:sp>
        <p:nvSpPr>
          <p:cNvPr id="16" name="Text 12"/>
          <p:cNvSpPr/>
          <p:nvPr/>
        </p:nvSpPr>
        <p:spPr>
          <a:xfrm>
            <a:off x="6537960" y="20116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BD6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Shape 13"/>
          <p:cNvSpPr/>
          <p:nvPr/>
        </p:nvSpPr>
        <p:spPr>
          <a:xfrm>
            <a:off x="6537960" y="2697480"/>
            <a:ext cx="685800" cy="68580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8" name="Image 2" descr="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3398" y="2772918"/>
            <a:ext cx="534924" cy="53492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37960" y="356616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comunidade valida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6537960" y="438912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reportes recentes se somam e formam um horário confiável.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9144000" y="1783080"/>
            <a:ext cx="2606040" cy="4206240"/>
          </a:xfrm>
          <a:prstGeom prst="roundRect">
            <a:avLst>
              <a:gd name="adj" fmla="val 4211"/>
            </a:avLst>
          </a:prstGeom>
          <a:solidFill>
            <a:srgbClr val="EAF3F8"/>
          </a:solidFill>
          <a:ln/>
        </p:spPr>
      </p:sp>
      <p:sp>
        <p:nvSpPr>
          <p:cNvPr id="22" name="Text 17"/>
          <p:cNvSpPr/>
          <p:nvPr/>
        </p:nvSpPr>
        <p:spPr>
          <a:xfrm>
            <a:off x="9372600" y="20116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BD6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3" name="Shape 18"/>
          <p:cNvSpPr/>
          <p:nvPr/>
        </p:nvSpPr>
        <p:spPr>
          <a:xfrm>
            <a:off x="9372600" y="2697480"/>
            <a:ext cx="685800" cy="68580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24" name="Image 3" descr="z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8038" y="2772918"/>
            <a:ext cx="534924" cy="53492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372600" y="356616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Informação aparece limpa</a:t>
            </a:r>
            <a:endParaRPr lang="en-US" sz="1550" dirty="0"/>
          </a:p>
        </p:txBody>
      </p:sp>
      <p:sp>
        <p:nvSpPr>
          <p:cNvPr id="26" name="Text 20"/>
          <p:cNvSpPr/>
          <p:nvPr/>
        </p:nvSpPr>
        <p:spPr>
          <a:xfrm>
            <a:off x="9372600" y="438912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destaque, antes de qualquer anúncio na tela.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4 — Ideação  ·  Proposta de melhorias para o Moovit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FE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isso importa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1206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14884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838" y="2224278"/>
            <a:ext cx="534924" cy="5349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1810512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confiabilidade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783080" y="2267712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horário exibido reflete o que a comunidade está vendo agora, não uma tabela estática.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17920" y="1554480"/>
            <a:ext cx="51206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6492240" y="214884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z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678" y="2224278"/>
            <a:ext cx="534924" cy="5349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60920" y="1810512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Menos tempo perdido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7360920" y="2267712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informação essencial aparece antes dos anúncios — sem navegação extra.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3794760"/>
            <a:ext cx="51206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</p:spPr>
      </p:sp>
      <p:sp>
        <p:nvSpPr>
          <p:cNvPr id="14" name="Shape 10"/>
          <p:cNvSpPr/>
          <p:nvPr/>
        </p:nvSpPr>
        <p:spPr>
          <a:xfrm>
            <a:off x="914400" y="4389120"/>
            <a:ext cx="685800" cy="68580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5" name="Image 2" descr="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838" y="4464558"/>
            <a:ext cx="534924" cy="5349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83080" y="4050792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Comunidade engajada</a:t>
            </a:r>
            <a:endParaRPr lang="en-US" sz="1650" dirty="0"/>
          </a:p>
        </p:txBody>
      </p:sp>
      <p:sp>
        <p:nvSpPr>
          <p:cNvPr id="17" name="Text 12"/>
          <p:cNvSpPr/>
          <p:nvPr/>
        </p:nvSpPr>
        <p:spPr>
          <a:xfrm>
            <a:off x="1783080" y="4507992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reporte fortalece a confiança de quem usa o app depois de você.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217920" y="3794760"/>
            <a:ext cx="51206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</p:spPr>
      </p:sp>
      <p:sp>
        <p:nvSpPr>
          <p:cNvPr id="19" name="Shape 14"/>
          <p:cNvSpPr/>
          <p:nvPr/>
        </p:nvSpPr>
        <p:spPr>
          <a:xfrm>
            <a:off x="6492240" y="4389120"/>
            <a:ext cx="685800" cy="68580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20" name="Image 3" descr="st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7678" y="4464558"/>
            <a:ext cx="534924" cy="53492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360920" y="4050792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Experiência percebida melhor</a:t>
            </a:r>
            <a:endParaRPr lang="en-US" sz="1650" dirty="0"/>
          </a:p>
        </p:txBody>
      </p:sp>
      <p:sp>
        <p:nvSpPr>
          <p:cNvPr id="22" name="Text 16"/>
          <p:cNvSpPr/>
          <p:nvPr/>
        </p:nvSpPr>
        <p:spPr>
          <a:xfrm>
            <a:off x="7360920" y="4507992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 a frustração de perder o transporte por informação desatualizada.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4 — Ideação  ·  Proposta de melhorias para o Moovit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Riscos e próximos passos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212080" cy="4572000"/>
          </a:xfrm>
          <a:prstGeom prst="roundRect">
            <a:avLst>
              <a:gd name="adj" fmla="val 2400"/>
            </a:avLst>
          </a:prstGeom>
          <a:solidFill>
            <a:srgbClr val="FFF6EA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" y="1874520"/>
            <a:ext cx="685800" cy="68580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5" name="Image 0" descr="wifio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1278" y="1949958"/>
            <a:ext cx="534924" cy="5349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27432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 a monitorar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005840" y="3291840"/>
            <a:ext cx="44805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incorretos ou mal-intencionados de usuários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 adesão inicial da comunidade em linhas menos usadas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Necessidade de moderar/ponderar reportes por confiabilidade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309360" y="1554480"/>
            <a:ext cx="5212080" cy="4572000"/>
          </a:xfrm>
          <a:prstGeom prst="roundRect">
            <a:avLst>
              <a:gd name="adj" fmla="val 2400"/>
            </a:avLst>
          </a:prstGeom>
          <a:solidFill>
            <a:srgbClr val="065A82"/>
          </a:solidFill>
          <a:ln/>
        </p:spPr>
      </p:sp>
      <p:sp>
        <p:nvSpPr>
          <p:cNvPr id="9" name="Shape 6"/>
          <p:cNvSpPr/>
          <p:nvPr/>
        </p:nvSpPr>
        <p:spPr>
          <a:xfrm>
            <a:off x="6675120" y="187452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0558" y="1949958"/>
            <a:ext cx="534924" cy="5349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675120" y="27432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passos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6675120" y="3291840"/>
            <a:ext cx="44805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8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Prototipar o fluxo de reporte com 1 toque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8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a exibição "limpa" do horário com usuários reais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8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regras de confiabilidade dos reportes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8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impacto na percepção de confiança do app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4 — Ideação  ·  Proposta de melhorias para o Moovit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37160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77440"/>
            <a:ext cx="9144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Confiar no horário.</a:t>
            </a:r>
            <a:endParaRPr lang="en-US" sz="38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perder o transporte.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4160520"/>
            <a:ext cx="7589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mudança simples de priorizar — comunidade + clareza visual — que ataca diretamente a dor de quem depende do transporte público todos os dias.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5394960"/>
            <a:ext cx="1828800" cy="0"/>
          </a:xfrm>
          <a:prstGeom prst="line">
            <a:avLst/>
          </a:prstGeom>
          <a:noFill/>
          <a:ln w="38100">
            <a:solidFill>
              <a:srgbClr val="F2A5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55778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FD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4 — Ideação  ·  Proposta de melhorias para o Moovit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2026-09-15T11:39:54Z</dcterms:created>
  <dcterms:modified xsi:type="dcterms:W3CDTF">2026-09-15T11:39:54Z</dcterms:modified>
</cp:coreProperties>
</file>